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NotesBridge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Connecting Seniors' Knowledge to Juniors' Success!</a:t>
            </a:r>
          </a:p>
          <a:p/>
          <a:p>
            <a:r>
              <a:t>College: Kishkinda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content is curated from online/offline resources and used for educational purpose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Statement:</a:t>
            </a:r>
          </a:p>
          <a:p>
            <a:pPr lvl="1"/>
            <a:r>
              <a:t>• Fragmented data and scattered study resources</a:t>
            </a:r>
          </a:p>
          <a:p>
            <a:pPr lvl="1"/>
            <a:r>
              <a:t>• Lack of organized mentorship from seniors to juniors</a:t>
            </a:r>
          </a:p>
          <a:p>
            <a:pPr lvl="1"/>
            <a:r>
              <a:t>• Difficulty in resolving academic doubts reliably</a:t>
            </a:r>
          </a:p>
          <a:p>
            <a:pPr/>
            <a:r>
              <a:t>Introduction:</a:t>
            </a:r>
          </a:p>
          <a:p>
            <a:pPr lvl="1"/>
            <a:r>
              <a:t>• A centralized web-based platform for academic collaboration</a:t>
            </a:r>
          </a:p>
          <a:p>
            <a:pPr lvl="1"/>
            <a:r>
              <a:t>• Intelligent role-based dashboards (Juniors vs Seniors)</a:t>
            </a:r>
          </a:p>
          <a:p>
            <a:pPr lvl="1"/>
            <a:r>
              <a:t>• Built-in real-time analytics for engagement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NotesBridge: Purpose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pPr lvl="1"/>
            <a:r>
              <a:t>• Role-Specific Access &amp; Tailored Dashboards</a:t>
            </a:r>
          </a:p>
          <a:p>
            <a:pPr lvl="1"/>
            <a:r>
              <a:t>• Secure Document Upload &amp; Robust Local Preview</a:t>
            </a:r>
          </a:p>
          <a:p>
            <a:pPr lvl="1"/>
            <a:r>
              <a:t>• Community Doubts Forum &amp; Resolution System</a:t>
            </a:r>
          </a:p>
          <a:p>
            <a:pPr lvl="1"/>
            <a:r>
              <a:t>• Advanced Analytics Dashboard (Chart.js)</a:t>
            </a:r>
          </a:p>
          <a:p>
            <a:pPr lvl="1"/>
            <a:r>
              <a:t>• Resource Bookmarking &amp; Download Tracking</a:t>
            </a:r>
          </a:p>
          <a:p>
            <a:pPr lvl="1"/>
            <a:r>
              <a:t>• Modern Responsive UI across all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(User Interface)</a:t>
            </a:r>
          </a:p>
          <a:p>
            <a:pPr lvl="1"/>
            <a:r>
              <a:t>• HTML5, CSS3 (Custom Design System), JavaScript, Chart.js</a:t>
            </a:r>
          </a:p>
          <a:p>
            <a:pPr/>
            <a:r>
              <a:t>Backend (Django Framework)</a:t>
            </a:r>
          </a:p>
          <a:p>
            <a:pPr lvl="1"/>
            <a:r>
              <a:t>• REST API, User Auth, Resource Management Logic</a:t>
            </a:r>
          </a:p>
          <a:p>
            <a:pPr/>
            <a:r>
              <a:t>Database &amp; Services</a:t>
            </a:r>
          </a:p>
          <a:p>
            <a:pPr lvl="1"/>
            <a:r>
              <a:t>• Relational Database (SQLite/PostgreSQL)</a:t>
            </a:r>
          </a:p>
          <a:p>
            <a:pPr lvl="1"/>
            <a:r>
              <a:t>• Media Storage for Notes, PDFs, and Profile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Core Assembly: Backend setup, Profiles, Auth system</a:t>
            </a:r>
          </a:p>
          <a:p>
            <a:pPr/>
            <a:r>
              <a:t>2. Resource Engine: File uploads, Previews, Base Storage</a:t>
            </a:r>
          </a:p>
          <a:p>
            <a:pPr/>
            <a:r>
              <a:t>3. Community: Doubts forum, Replies, Bookmarking logic</a:t>
            </a:r>
          </a:p>
          <a:p>
            <a:pPr/>
            <a:r>
              <a:t>4. UI Refinement: Glassmorphism, Responsive CSS structure</a:t>
            </a:r>
          </a:p>
          <a:p>
            <a:pPr/>
            <a:r>
              <a:t>5. Dashboard Live: Role-based logic, Visual analytics</a:t>
            </a:r>
          </a:p>
          <a:p>
            <a:pPr/>
            <a:r>
              <a:t>6. Final Polish: Security, Mobile fixes, Footer customization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(You can drag and drop your project screenshots onto this slide)</a:t>
            </a:r>
          </a:p>
          <a:p>
            <a:pPr lvl="1"/>
            <a:r>
              <a:t>• Recommend adding the Landing Page with Dynamic Hero Section</a:t>
            </a:r>
          </a:p>
          <a:p>
            <a:pPr lvl="1"/>
            <a:r>
              <a:t>• Recommend adding the Advanced Statistics Dashboard</a:t>
            </a:r>
          </a:p>
          <a:p>
            <a:pPr lvl="1"/>
            <a:r>
              <a:t>• Recommend adding the Document Preview &amp; Detail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Secure &amp; Centralized: Unified platform tailored for university students.</a:t>
            </a:r>
          </a:p>
          <a:p>
            <a:pPr/>
            <a:r>
              <a:t>2. Insightful Intelligence: Automated tracking of downloads and engagement.</a:t>
            </a:r>
          </a:p>
          <a:p>
            <a:pPr/>
            <a:r>
              <a:t>3. Community Driven: Bridges the gap across batches, fostering collaborative peer learning via shared notes and Q&amp;A.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Django Documentation (djangoproject.com)</a:t>
            </a:r>
          </a:p>
          <a:p>
            <a:pPr/>
            <a:r>
              <a:t>MDN Web Docs</a:t>
            </a:r>
          </a:p>
          <a:p>
            <a:pPr/>
            <a:r>
              <a:t>Chart.js Documentation</a:t>
            </a:r>
          </a:p>
          <a:p>
            <a:pPr/>
            <a:r>
              <a:t>Modern Responsive Web Design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